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70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499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6020F-8F57-19B7-BD57-0B4F9AD2D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5D8F93-CD5E-37D3-262D-C2EBE0FBC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512CE6-876C-A860-49C5-F33E150C7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B6EF17-C28D-E489-17AB-20C546BFF1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227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9EB29-FC6A-C439-026A-0324CC028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53E5D6-4592-30AE-158A-7CC995C38E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BFE689-BEBD-82DE-2E85-E87E522DA4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70ECC-FD65-098F-1061-AEB7AB9CB0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480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96815" y="2556006"/>
            <a:ext cx="11277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UI/UX Assignment 02: Personas and User Journey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27804" y="3649836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Coding Platform</a:t>
            </a:r>
            <a:endParaRPr lang="en-US" sz="19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8426CAB-B67F-A5AA-CE53-596EB205107A}"/>
              </a:ext>
            </a:extLst>
          </p:cNvPr>
          <p:cNvSpPr/>
          <p:nvPr/>
        </p:nvSpPr>
        <p:spPr>
          <a:xfrm>
            <a:off x="457201" y="456912"/>
            <a:ext cx="2855342" cy="1104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dirty="0"/>
              <a:t>Name : Archita Jha</a:t>
            </a:r>
          </a:p>
          <a:p>
            <a:r>
              <a:rPr lang="en-IN" dirty="0"/>
              <a:t>PRN: 1262243200</a:t>
            </a:r>
          </a:p>
          <a:p>
            <a:r>
              <a:rPr lang="en-IN" dirty="0"/>
              <a:t>TY AI_DS Panel-F</a:t>
            </a:r>
          </a:p>
          <a:p>
            <a:r>
              <a:rPr lang="en-IN" dirty="0"/>
              <a:t>Batch-F2</a:t>
            </a:r>
          </a:p>
          <a:p>
            <a:pPr marL="0" indent="0" algn="ctr">
              <a:lnSpc>
                <a:spcPct val="110000"/>
              </a:lnSpc>
              <a:buNone/>
            </a:pP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Empathy 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64328" cy="2240280"/>
          </a:xfrm>
          <a:prstGeom prst="roundRect">
            <a:avLst>
              <a:gd name="adj" fmla="val 2449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B98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22960" y="2258568"/>
            <a:ext cx="481568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don't even know where to start with this problem."</a:t>
            </a:r>
            <a:endParaRPr lang="en-US" sz="11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already know how to code, I'm just bad at explaining it out loud."</a:t>
            </a:r>
            <a:endParaRPr lang="en-US" sz="11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does this explanation skip straight to the answer?"</a:t>
            </a:r>
            <a:endParaRPr lang="en-US" sz="11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streak is fine, but I don't feel like I'm actually improving."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6278728" y="1691640"/>
            <a:ext cx="5364328" cy="2240280"/>
          </a:xfrm>
          <a:prstGeom prst="roundRect">
            <a:avLst>
              <a:gd name="adj" fmla="val 2449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3048" y="187452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4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53048" y="2258568"/>
            <a:ext cx="481568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Wonders if being stuck this long means she's behind everyone else</a:t>
            </a:r>
            <a:endParaRPr lang="en-US" sz="11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Believes the platform assumes a base level of knowledge nobody has on day one</a:t>
            </a:r>
            <a:endParaRPr lang="en-US" sz="11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Worries a solved streak doesn't equal real understanding</a:t>
            </a:r>
            <a:endParaRPr lang="en-US" sz="11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Suspects "hard" and "easy" don't mean the same thing for everyone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548640" y="4251960"/>
            <a:ext cx="5364328" cy="2240280"/>
          </a:xfrm>
          <a:prstGeom prst="roundRect">
            <a:avLst>
              <a:gd name="adj" fmla="val 2449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43484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4818888"/>
            <a:ext cx="481568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new tab to search the exact error message or unfamiliar term</a:t>
            </a:r>
            <a:endParaRPr lang="en-US" sz="11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Restarts a problem from a blank editor instead of peeking at a hint early</a:t>
            </a:r>
            <a:endParaRPr lang="en-US" sz="11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problems by company tag or contest rating before starting</a:t>
            </a:r>
            <a:endParaRPr lang="en-US" sz="11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themself narrating an answer out loud to practice interviews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278728" y="4251960"/>
            <a:ext cx="5364328" cy="2240280"/>
          </a:xfrm>
          <a:prstGeom prst="roundRect">
            <a:avLst>
              <a:gd name="adj" fmla="val 2449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3048" y="4434840"/>
            <a:ext cx="4815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77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53048" y="4818888"/>
            <a:ext cx="4815688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Intimidated by a blank editor and a wall of unfamiliar text</a:t>
            </a:r>
            <a:endParaRPr lang="en-US" sz="11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Quietly proud after a clean explanation or a first accepted submission</a:t>
            </a:r>
            <a:endParaRPr lang="en-US" sz="11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Anxious in the lead up to a timed round or interview</a:t>
            </a:r>
            <a:endParaRPr lang="en-US" sz="1130" dirty="0"/>
          </a:p>
          <a:p>
            <a:pPr marL="342900" indent="-3429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whether they're actually behind, or just new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4678528" y="3840480"/>
            <a:ext cx="283464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5875">
            <a:solidFill>
              <a:srgbClr val="1F2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8528" y="384048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Coding Platform Practitioner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7772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Pain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4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98448" y="1755648"/>
            <a:ext cx="45916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difficulty label, five different meanings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298448" y="2286000"/>
            <a:ext cx="45916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Simran freezes on a “beginner” problem that still assumes she knows array indexing. Rohan calls the same difficulty tier “homework he skips.” The same label means something completely different depending on who's reading 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98448" y="3319272"/>
            <a:ext cx="4591660" cy="0"/>
          </a:xfrm>
          <a:prstGeom prst="line">
            <a:avLst/>
          </a:prstGeom>
          <a:noFill/>
          <a:ln w="9525">
            <a:solidFill>
              <a:srgbClr val="E4E4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01588" y="178308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158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051396" y="1755648"/>
            <a:ext cx="45916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struggle gets edited out of the explanation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051396" y="2286000"/>
            <a:ext cx="45916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opens an editorial that jumps straight to the optimized answer. Priya hits the same wall inside a guided track. Neither sees the messy first attempt that would have actually taught them something.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51396" y="3319272"/>
            <a:ext cx="4591660" cy="0"/>
          </a:xfrm>
          <a:prstGeom prst="line">
            <a:avLst/>
          </a:prstGeom>
          <a:noFill/>
          <a:ln w="9525">
            <a:solidFill>
              <a:srgbClr val="E4E4E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38912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298448" y="4361688"/>
            <a:ext cx="45916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is measured in volume, not understanding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298448" y="4892040"/>
            <a:ext cx="45916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finishes a module and still isn't sure anything stuck. Arjun keeps his streak alive but questions whether he's actually improving. A solve count says nothing about whether the concept is retained.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298448" y="5925312"/>
            <a:ext cx="4591660" cy="0"/>
          </a:xfrm>
          <a:prstGeom prst="line">
            <a:avLst/>
          </a:prstGeom>
          <a:noFill/>
          <a:ln w="9525">
            <a:solidFill>
              <a:srgbClr val="E4E4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01588" y="438912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01588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051396" y="4361688"/>
            <a:ext cx="45916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flow assumes one person, practicing alone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051396" y="4892040"/>
            <a:ext cx="45916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records himself talking out loud because there's no real mock-interview mode. Rohan has no way to share a virtual contest with friends prepping for the same round. The product was never built for the shared, simulated contexts practice actually happens in.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051396" y="5925312"/>
            <a:ext cx="4591660" cy="0"/>
          </a:xfrm>
          <a:prstGeom prst="line">
            <a:avLst/>
          </a:prstGeom>
          <a:noFill/>
          <a:ln w="9525">
            <a:solidFill>
              <a:srgbClr val="E4E4E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E60CB-2406-6F17-5177-2067FD062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3785901-10B5-1E86-5542-8EF8F627A270}"/>
              </a:ext>
            </a:extLst>
          </p:cNvPr>
          <p:cNvSpPr/>
          <p:nvPr/>
        </p:nvSpPr>
        <p:spPr>
          <a:xfrm>
            <a:off x="457200" y="2788920"/>
            <a:ext cx="11277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Personas</a:t>
            </a:r>
            <a:endParaRPr lang="en-US" sz="3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91CD946-0237-11EC-2C5B-6202A7B8FAC2}"/>
              </a:ext>
            </a:extLst>
          </p:cNvPr>
          <p:cNvSpPr/>
          <p:nvPr/>
        </p:nvSpPr>
        <p:spPr>
          <a:xfrm>
            <a:off x="457200" y="39776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Coding Platform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1729267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1188720"/>
          </a:xfrm>
          <a:prstGeom prst="ellipse">
            <a:avLst/>
          </a:prstGeom>
          <a:solidFill>
            <a:srgbClr val="B9806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Simran Kaur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22311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Beginner, First Steps into Code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944368"/>
            <a:ext cx="345643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"Every problem starts with me googling what the question is even asking."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98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6451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965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98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51755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Chandigarh, India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54955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98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57058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1st-year Computer Science student, just started coding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025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B98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62362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HackerRank, 30 Days of Code track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17720" y="457200"/>
            <a:ext cx="438912" cy="438912"/>
          </a:xfrm>
          <a:prstGeom prst="ellipse">
            <a:avLst/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pic>
        <p:nvPicPr>
          <p:cNvPr id="17" name="Image 0" descr="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184648" y="438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617720" y="109728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way to read and break down a problem before being expected to code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proof that a messy first attempt is a normal part of solving, not a sign she's behind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signal for when she's stuck on syntax versus stuck on the actual logic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366760" y="457200"/>
            <a:ext cx="438912" cy="438912"/>
          </a:xfrm>
          <a:prstGeom prst="ellipse">
            <a:avLst/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pic>
        <p:nvPicPr>
          <p:cNvPr id="21" name="Image 1" descr="icon_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548640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933688" y="438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Frustrations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8366760" y="1097280"/>
            <a:ext cx="34015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"Beginner" problems drop straight into array/loop logic with no onboarding scaffolding in the UI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Editorials show only the final optimized code, with no visible "first draft" to learn from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in-editor signal for whether being stuck this long is normal progress or a red flag</a:t>
            </a:r>
            <a:endParaRPr lang="en-US" sz="1200" dirty="0"/>
          </a:p>
        </p:txBody>
      </p:sp>
      <p:pic>
        <p:nvPicPr>
          <p:cNvPr id="24" name="Image 2" descr="icon_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246120"/>
            <a:ext cx="246888" cy="2468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946904" y="31821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person actually uses the platform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4617720" y="3675888"/>
            <a:ext cx="7114032" cy="2724912"/>
          </a:xfrm>
          <a:prstGeom prst="roundRect">
            <a:avLst>
              <a:gd name="adj" fmla="val 2013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910328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8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910328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new problem, stares at it for ten minutes before typing anything, googles unfamiliar terms mid-problem.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7260336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8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7260336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Intimidated by the blank editor; small relief the moment test case #1 passes.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9610344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98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9610344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"first attempt" mode that breaks a problem into a checklist of smaller steps.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1188720"/>
          </a:xfrm>
          <a:prstGeom prst="ellipse">
            <a:avLst/>
          </a:prstGeom>
          <a:solidFill>
            <a:srgbClr val="AD945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 Iyer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22311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Switcher, Learning to Code from Scratch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944368"/>
            <a:ext cx="345643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"I don't want to just pass the test case. I want to understand why my first three attempts failed."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D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6451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965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D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51755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Bengaluru, India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54955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D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57058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Ex-content marketer, now in a 6-month full-stack bootcamp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025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D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62362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HackerRank, guided practice tracks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17720" y="457200"/>
            <a:ext cx="438912" cy="438912"/>
          </a:xfrm>
          <a:prstGeom prst="ellipse">
            <a:avLst/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pic>
        <p:nvPicPr>
          <p:cNvPr id="17" name="Image 0" descr="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184648" y="438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617720" y="109728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path she can trust to actually build understanding, not just unlock the next module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visible proof that finishing a track built a real skill, not just a completion badge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language that explains time complexity as a concept, not jargon to memorize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366760" y="457200"/>
            <a:ext cx="438912" cy="438912"/>
          </a:xfrm>
          <a:prstGeom prst="ellipse">
            <a:avLst/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pic>
        <p:nvPicPr>
          <p:cNvPr id="21" name="Image 1" descr="icon_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548640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933688" y="438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Frustrations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8366760" y="1097280"/>
            <a:ext cx="34015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"Beginner" tracks drop unexplained jargon into the very first lesson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in-product signal for whether being stuck an hour is normal or a sign she's behind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 and solve-counts surface by default, making her feel late before she's started</a:t>
            </a:r>
            <a:endParaRPr lang="en-US" sz="1200" dirty="0"/>
          </a:p>
        </p:txBody>
      </p:sp>
      <p:pic>
        <p:nvPicPr>
          <p:cNvPr id="24" name="Image 2" descr="icon_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246120"/>
            <a:ext cx="246888" cy="2468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946904" y="31821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person actually uses the platform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4617720" y="3675888"/>
            <a:ext cx="7114032" cy="2724912"/>
          </a:xfrm>
          <a:prstGeom prst="roundRect">
            <a:avLst>
              <a:gd name="adj" fmla="val 2013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910328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D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910328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Practices in 45-minute evening sessions; restarts a problem from scratch rather than peeking at the solution early.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7260336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D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7260336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self-doubt; small wins land disproportionately well.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9610344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D9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9610344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gentle nudge after 20+ minutes stuck, offering a hint before the full solution.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1188720"/>
          </a:xfrm>
          <a:prstGeom prst="ellipse">
            <a:avLst/>
          </a:prstGeom>
          <a:solidFill>
            <a:srgbClr val="4F7C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Ananya Rao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22311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Student, Placement Season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944368"/>
            <a:ext cx="345643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"I don't need clever solutions right now. I need to stop panicking when I see a new pattern."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6451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965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51755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Pune, India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54955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57058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Computer Engineering student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025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4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62362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LeetCode, nightly company-tagged lists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17720" y="457200"/>
            <a:ext cx="438912" cy="438912"/>
          </a:xfrm>
          <a:prstGeom prst="ellipse">
            <a:avLst/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pic>
        <p:nvPicPr>
          <p:cNvPr id="17" name="Image 0" descr="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184648" y="438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617720" y="109728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reliable way to filter problems by the exact company and role she's targeting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Pattern-recognition support that shows why an approach works, not just that it does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timed practice mode that mirrors what an actual placement test will feel like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366760" y="457200"/>
            <a:ext cx="438912" cy="438912"/>
          </a:xfrm>
          <a:prstGeom prst="ellipse">
            <a:avLst/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pic>
        <p:nvPicPr>
          <p:cNvPr id="21" name="Image 1" descr="icon_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548640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933688" y="438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Frustrations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8366760" y="1097280"/>
            <a:ext cx="34015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Company-tagged problem lists are stale or gated, with no way to verify freshness in the UI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threads bury the core intuition inside one-line optimizations and jargon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timer or test-simulation mode, so she has to fake the pressure herself</a:t>
            </a:r>
            <a:endParaRPr lang="en-US" sz="1200" dirty="0"/>
          </a:p>
        </p:txBody>
      </p:sp>
      <p:pic>
        <p:nvPicPr>
          <p:cNvPr id="24" name="Image 2" descr="icon_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246120"/>
            <a:ext cx="246888" cy="2468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946904" y="31821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person actually uses the platform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4617720" y="3675888"/>
            <a:ext cx="7114032" cy="2724912"/>
          </a:xfrm>
          <a:prstGeom prst="roundRect">
            <a:avLst>
              <a:gd name="adj" fmla="val 2013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910328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910328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3 to 4 problems most nights after class; filters by company tag the week before a mock interview.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7260336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7260336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Anxious before timed rounds; relieved the moment a pattern finally clicks.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9610344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F7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9610344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"why this approach" layer above the code, not just an annotated editorial.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118872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Rohan Mehta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22311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Programmer, Chasing Candidate Master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944368"/>
            <a:ext cx="345643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"Div 2 D used to feel impossible. Now it feels like homework I skip."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6451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965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51755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Delhi, India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54955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57058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2nd-year CS undergraduate, Codeforces Specialist (1850)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025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62362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Codeforces, rated rounds plus weekly virtual contests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17720" y="457200"/>
            <a:ext cx="438912" cy="438912"/>
          </a:xfrm>
          <a:prstGeom prst="ellipse">
            <a:avLst/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pic>
        <p:nvPicPr>
          <p:cNvPr id="17" name="Image 0" descr="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184648" y="438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617720" y="109728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problem queue calibrated just above his current rating, not just tagged by topic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Faster, more reliable contest feedback so weak test cases don't cost him unfairly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way to see which topics keep costing him rating over time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366760" y="457200"/>
            <a:ext cx="438912" cy="438912"/>
          </a:xfrm>
          <a:prstGeom prst="ellipse">
            <a:avLst/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pic>
        <p:nvPicPr>
          <p:cNvPr id="21" name="Image 1" descr="icon_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548640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933688" y="438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Frustrations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8366760" y="1097280"/>
            <a:ext cx="34015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Editorials assume familiarity with the trick being explained, with no on-ramp for the reader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test cases only surface after the fact, through hacks, not caught earlier in the UI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contest mode doesn't block tag-peeking, so it can't actually simulate a live round</a:t>
            </a:r>
            <a:endParaRPr lang="en-US" sz="1200" dirty="0"/>
          </a:p>
        </p:txBody>
      </p:sp>
      <p:pic>
        <p:nvPicPr>
          <p:cNvPr id="24" name="Image 2" descr="icon_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246120"/>
            <a:ext cx="246888" cy="2468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946904" y="31821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person actually uses the platform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4617720" y="3675888"/>
            <a:ext cx="7114032" cy="2724912"/>
          </a:xfrm>
          <a:prstGeom prst="roundRect">
            <a:avLst>
              <a:gd name="adj" fmla="val 2013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910328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910328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weekly virtual contest, upsolves immediately after, tracks his rating curve in a spreadsheet.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7260336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7260336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 when hacks or system tests decide the round; quietly proud solving above rating.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9610344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8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9610344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topic-tagged upsolving queue ordered by "just above your current rating."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1188720"/>
          </a:xfrm>
          <a:prstGeom prst="ellipse">
            <a:avLst/>
          </a:prstGeom>
          <a:solidFill>
            <a:srgbClr val="7767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Arjun Verma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2231136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Engineer, Prepping for Big Tech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3840480" cy="1325880"/>
          </a:xfrm>
          <a:prstGeom prst="roundRect">
            <a:avLst>
              <a:gd name="adj" fmla="val 5517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944368"/>
            <a:ext cx="345643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1F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"I already know how to code. I'm relearning how to talk while I code."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7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46451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496519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7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51755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Hyderabad, India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549554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7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57058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SDE-2 at a mid-size startup, interviewing nights and weekends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0258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7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62362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LeetCode, timed mocks and company-tagged questions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17720" y="457200"/>
            <a:ext cx="438912" cy="438912"/>
          </a:xfrm>
          <a:prstGeom prst="ellipse">
            <a:avLst/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pic>
        <p:nvPicPr>
          <p:cNvPr id="17" name="Image 0" descr="icon_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548640"/>
            <a:ext cx="256032" cy="25603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184648" y="438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617720" y="1097280"/>
            <a:ext cx="35661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mock-interview flow built for verbalizing thought process, not a stopwatch bolted onto practice mode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short, high-signal problem list scoped to one company, not a 300-item wall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way to review and improve his own explanation, not just his code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366760" y="457200"/>
            <a:ext cx="438912" cy="438912"/>
          </a:xfrm>
          <a:prstGeom prst="ellipse">
            <a:avLst/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pic>
        <p:nvPicPr>
          <p:cNvPr id="21" name="Image 1" descr="icon_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548640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933688" y="438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Frustrations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8366760" y="1097280"/>
            <a:ext cx="34015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"Interview prep" lists are long and unranked, with no sense of what actually matters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Mock-interview features feel layered onto a solo practice tool as an afterthought</a:t>
            </a:r>
            <a:endParaRPr lang="en-US" sz="1200" dirty="0"/>
          </a:p>
          <a:p>
            <a:pPr marL="342900" indent="-3429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 the UI into which companies have recently asked a given question</a:t>
            </a:r>
            <a:endParaRPr lang="en-US" sz="1200" dirty="0"/>
          </a:p>
        </p:txBody>
      </p:sp>
      <p:pic>
        <p:nvPicPr>
          <p:cNvPr id="24" name="Image 2" descr="icon_term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3246120"/>
            <a:ext cx="246888" cy="2468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946904" y="318211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person actually uses the platform</a:t>
            </a:r>
            <a:endParaRPr lang="en-US" sz="1500" dirty="0"/>
          </a:p>
        </p:txBody>
      </p:sp>
      <p:sp>
        <p:nvSpPr>
          <p:cNvPr id="26" name="Shape 21"/>
          <p:cNvSpPr/>
          <p:nvPr/>
        </p:nvSpPr>
        <p:spPr>
          <a:xfrm>
            <a:off x="4617720" y="3675888"/>
            <a:ext cx="7114032" cy="2724912"/>
          </a:xfrm>
          <a:prstGeom prst="roundRect">
            <a:avLst>
              <a:gd name="adj" fmla="val 2013"/>
            </a:avLst>
          </a:prstGeom>
          <a:solidFill>
            <a:srgbClr val="F4F4F2"/>
          </a:solidFill>
          <a:ln w="12700">
            <a:solidFill>
              <a:srgbClr val="E4E4E2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910328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7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910328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two timed mocks a week, solves problems tagged by his target company, records himself narrating his approach.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7260336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7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7260336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dread ahead of Sunday mocks; real satisfaction from a clean explanation.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9610344" y="3904488"/>
            <a:ext cx="2075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76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9610344" y="4206240"/>
            <a:ext cx="207568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curated, high-frequency/low-volume list scoped to one target company and role.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55636-E1E4-4301-147E-12820BFC0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B7CE2E9E-C20F-F68D-E3AF-288169440694}"/>
              </a:ext>
            </a:extLst>
          </p:cNvPr>
          <p:cNvSpPr/>
          <p:nvPr/>
        </p:nvSpPr>
        <p:spPr>
          <a:xfrm>
            <a:off x="457200" y="2788920"/>
            <a:ext cx="112772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3600" b="1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</a:t>
            </a:r>
            <a:r>
              <a:rPr lang="en-US" sz="3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Journey</a:t>
            </a:r>
            <a:endParaRPr lang="en-US" sz="3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D2D8C16-0AA2-69AD-49FC-38C3E9F0F29A}"/>
              </a:ext>
            </a:extLst>
          </p:cNvPr>
          <p:cNvSpPr/>
          <p:nvPr/>
        </p:nvSpPr>
        <p:spPr>
          <a:xfrm>
            <a:off x="457200" y="39776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9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Coding Platform</a:t>
            </a:r>
            <a:endParaRPr lang="en-US" sz="1900" dirty="0"/>
          </a:p>
        </p:txBody>
      </p:sp>
    </p:spTree>
    <p:extLst>
      <p:ext uri="{BB962C8B-B14F-4D97-AF65-F5344CB8AC3E}">
        <p14:creationId xmlns:p14="http://schemas.microsoft.com/office/powerpoint/2010/main" val="23992157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5B6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</a:t>
            </a: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Simran Kaur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6128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Beginner, First Steps into Code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00232" y="411480"/>
            <a:ext cx="685800" cy="685800"/>
          </a:xfrm>
          <a:prstGeom prst="ellipse">
            <a:avLst/>
          </a:prstGeom>
          <a:solidFill>
            <a:srgbClr val="B98066"/>
          </a:solidFill>
          <a:ln/>
        </p:spPr>
      </p:sp>
      <p:sp>
        <p:nvSpPr>
          <p:cNvPr id="6" name="Text 4"/>
          <p:cNvSpPr/>
          <p:nvPr/>
        </p:nvSpPr>
        <p:spPr>
          <a:xfrm>
            <a:off x="11000232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55680" cy="48463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a New Problem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 First Attempt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Into an Error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Searches for Help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 the Test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the problem statement twice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Looks up unfamiliar terms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Decides where to even 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 a rough loop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Deletes 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Tries again with a different 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the error message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Doesn't recognize the terminology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Searches it separately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a new 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her code to a stranger's 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Tries to reverse-engineer the logic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Submits the fix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Sees "Accepted"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to the next problem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B980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Overwhelmed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B980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Hesitant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B980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Discouraged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B980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B980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Relieved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 the problem into a guided checklist instead of a wall of text.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Offer a "starter skeleton" for common problem types.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Plain-language error explanations, not just stack traces.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"stuck for 20+ minutes" hint prompt inside the editor.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short recap of the pattern she just learned, not just a checkmark.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5B6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</a:t>
            </a: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 Iyer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6128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Switcher, Learning to Code from Scratch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00232" y="411480"/>
            <a:ext cx="685800" cy="685800"/>
          </a:xfrm>
          <a:prstGeom prst="ellipse">
            <a:avLst/>
          </a:prstGeom>
          <a:solidFill>
            <a:srgbClr val="AD9455"/>
          </a:solidFill>
          <a:ln/>
        </p:spPr>
      </p:sp>
      <p:sp>
        <p:nvSpPr>
          <p:cNvPr id="6" name="Text 4"/>
          <p:cNvSpPr/>
          <p:nvPr/>
        </p:nvSpPr>
        <p:spPr>
          <a:xfrm>
            <a:off x="11000232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5568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Evening Session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a New Concept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Attempts the Problem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Gets Stuck Past 20 Minutes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Finishes the Track Module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her saved beginner track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 up where she left 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 a 45-minute timer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the guided explanation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Tries to connect it to what she knows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Re-reads it a second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Restarts from a blank editor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 a rough first draft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 it manually in her head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Wonders if she's "not cut out for this"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Considers stopping for the night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Pushes through one more 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 the final 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the module complete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Feels ready for the next 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AD9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AD9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Cautiously curious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AD9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Anxious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AD9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Self-doubt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AD94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Quietly proud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Auto-resume with a short recap of the last session.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 the concept through a plain, non-technical analogy.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Reassurance that struggling here is expected, not behind schedule.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calibrated hint tied to her exact mistake, not the full solution.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Visible proof of the skill she just built, not just a completion badge.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5B6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</a:t>
            </a: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Ananya Rao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6128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Student, Placement Season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00232" y="411480"/>
            <a:ext cx="685800" cy="685800"/>
          </a:xfrm>
          <a:prstGeom prst="ellipse">
            <a:avLst/>
          </a:prstGeom>
          <a:solidFill>
            <a:srgbClr val="4F7C8C"/>
          </a:solidFill>
          <a:ln/>
        </p:spPr>
      </p:sp>
      <p:sp>
        <p:nvSpPr>
          <p:cNvPr id="6" name="Text 4"/>
          <p:cNvSpPr/>
          <p:nvPr/>
        </p:nvSpPr>
        <p:spPr>
          <a:xfrm>
            <a:off x="11000232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5568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 by Company Tag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Attempts Under a Timer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Gets Stuck Mid-Pattern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the Editorial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the Pattern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 a target company from the 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Filters by recent frequency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Skims problem titles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 a 25-minute mental limit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constraints carefully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Sketches a brute-force approach first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Recognizes it's "some kind of DP"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Can't recall the exact transition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discussion tab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Skims for the core idea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Tries to skip straight to the intuition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Ends up reading the code anyway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 the technique in her own tracker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Tags it for revision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to the next problem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4F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4F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 pressure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4F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Frustrated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4F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defeated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4F7C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Accomplished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which tags are stale or unverified.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built-in timer with a placement-test-style interface.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hint that nudges the pattern without revealing the full recurrence.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"intuition-first" editorial format, code shown only after.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 spaced-repetition for patterns she's already logged.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5B6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</a:t>
            </a: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Rohan Mehta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6128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Programmer, Chasing Candidate Master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00232" y="411480"/>
            <a:ext cx="685800" cy="685800"/>
          </a:xfrm>
          <a:prstGeom prst="ellipse">
            <a:avLst/>
          </a:prstGeom>
          <a:solidFill>
            <a:srgbClr val="6B8F71"/>
          </a:solidFill>
          <a:ln/>
        </p:spPr>
      </p:sp>
      <p:sp>
        <p:nvSpPr>
          <p:cNvPr id="6" name="Text 4"/>
          <p:cNvSpPr/>
          <p:nvPr/>
        </p:nvSpPr>
        <p:spPr>
          <a:xfrm>
            <a:off x="11000232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5568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Joins the Virtual Contest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Solves the First Two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Hits a Wall on Problem 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Contest Ends Unsolved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Upsolves Within 48 Hours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the timer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Skims all problems once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Ranks them by expected difficulty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Submits fast solutions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pretest results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on immediately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Tries three different approaches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Second-guesses the data 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Watches the clock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final standings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 his rating change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editorial immediately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Re-attempts without the editorial first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Implements the missed technique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Adds it to his weak-topics 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6B8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Sharp, alert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6B8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6B8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6B8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Restless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6B8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time estimates per problem based on his own history.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Faster pretest feedback during high-traffic contest windows.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way to flag "needs segment trees" and get matched practice later.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Editorial available the instant the contest ends, not hours later.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Auto-tracking of which weak topics keep recurring across contests.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5B62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</a:t>
            </a:r>
            <a:r>
              <a:rPr lang="en-US" sz="26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Arjun Verma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6128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Engineer, Prepping for Big Tech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1000232" y="411480"/>
            <a:ext cx="685800" cy="685800"/>
          </a:xfrm>
          <a:prstGeom prst="ellipse">
            <a:avLst/>
          </a:prstGeom>
          <a:solidFill>
            <a:srgbClr val="77678C"/>
          </a:solidFill>
          <a:ln/>
        </p:spPr>
      </p:sp>
      <p:sp>
        <p:nvSpPr>
          <p:cNvPr id="6" name="Text 4"/>
          <p:cNvSpPr/>
          <p:nvPr/>
        </p:nvSpPr>
        <p:spPr>
          <a:xfrm>
            <a:off x="11000232" y="4114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15568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Schedules a Timed Mock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Talks Through the Approach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Codes Under Time Pressure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His Own Recording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Logs the Mock 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LIST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Picks a target company tag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 45 minutes on a Sunday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on screen recording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States the problem out loud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Narrates his first idea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Second-guesses if he's being clear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Writes the solution while narrating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Catches a bug mid-explanation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Adjusts on the fly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Watches himself explain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Notices where he rambled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 what to tighten next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Rates his own performance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Updates his target-company list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342900" indent="-342900" algn="l">
                        <a:spcAft>
                          <a:spcPts val="800"/>
                        </a:spcAft>
                        <a:buSzPct val="100000"/>
                        <a:buChar char="•"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Schedules the next mock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7767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Mildly reluctant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7767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Self-conscious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7767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7767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Self-critical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i="1" dirty="0">
                          <a:solidFill>
                            <a:srgbClr val="7767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Steady resolve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63500" marB="63500" anchor="ctr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91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00" b="1" kern="0" spc="5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One-click mock setup instead of manually assembling a set.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prompts for what to verbalize at each step.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calmer, distraction-free mock-interview mode.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flags for long pauses or unclear moments.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visible trend line of mock performance over time.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88900" marR="88900" marT="127000" marB="63500">
                    <a:lnL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2329</Words>
  <Application>Microsoft Office PowerPoint</Application>
  <PresentationFormat>Widescreen</PresentationFormat>
  <Paragraphs>390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Archita Jha</cp:lastModifiedBy>
  <cp:revision>3</cp:revision>
  <dcterms:created xsi:type="dcterms:W3CDTF">2026-08-04T05:29:04Z</dcterms:created>
  <dcterms:modified xsi:type="dcterms:W3CDTF">2026-08-06T06:10:33Z</dcterms:modified>
</cp:coreProperties>
</file>