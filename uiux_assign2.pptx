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70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9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020F-8F57-19B7-BD57-0B4F9AD2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D8F93-CD5E-37D3-262D-C2EBE0FBC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12CE6-876C-A860-49C5-F33E150C7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6EF17-C28D-E489-17AB-20C546BFF1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2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EB29-FC6A-C439-026A-0324CC02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3E5D6-4592-30AE-158A-7CC995C38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FE689-BEBD-82DE-2E85-E87E522DA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70ECC-FD65-098F-1061-AEB7AB9CB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48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889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Assignment 02: Personas and User Journey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Coding Platform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even know where to start with this problem."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already know how to code, I'm just bad at explaining it out loud."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this explanation skip straight to the answer?"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streak is fine, but I don't feel like I'm actually improving."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1874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53048" y="225856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Wonders if being stuck this long means she's behind everyone else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Believes the platform assumes a base level of knowledge nobody has on day one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Worries a solved streak doesn't equal real understanding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Suspects "hard" and "easy" don't mean the same thing for everyone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348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81888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new tab to search the exact error message or unfamiliar term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a problem from a blank editor instead of peeking at a hint early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problems by company tag or contest rating before starting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themself narrating an answer out loud to practice interviews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278728" y="425196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3048" y="44348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3048" y="481888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Intimidated by a blank editor and a wall of unfamiliar text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proud after a clean explanation or a first accepted submission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in the lead up to a timed round or interview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whether they're actually behind, or just new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678528" y="384048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5875">
            <a:solidFill>
              <a:srgbClr val="1F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8528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Platform Practitioner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Pain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175564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difficulty label, five different meanings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98448" y="228600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freezes on a “beginner” problem that still assumes she knows array indexing. Rohan calls the same difficulty tier “homework he skips.” The same label means something completely different depending on who's reading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98448" y="331927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1588" y="1783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158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51396" y="175564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struggle gets edited out of the explanation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51396" y="228600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opens an editorial that jumps straight to the optimized answer. Priya hits the same wall inside a guided track. Neither sees the messy first attempt that would have actually taught them something.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51396" y="331927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98448" y="436168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is measured in volume, not understanding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98448" y="489204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finishes a module and still isn't sure anything stuck. Arjun keeps his streak alive but questions whether he's actually improving. A solve count says nothing about whether the concept is retained.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98448" y="592531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1588" y="43891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1588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51396" y="436168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flow assumes one person, practicing alone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51396" y="489204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records himself talking out loud because there's no real mock-interview mode. Rohan has no way to share a virtual contest with friends prepping for the same round. The product was never built for the shared, simulated contexts practice actually happens in.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51396" y="592531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60CB-2406-6F17-5177-2067FD06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3785901-10B5-1E86-5542-8EF8F627A270}"/>
              </a:ext>
            </a:extLst>
          </p:cNvPr>
          <p:cNvSpPr/>
          <p:nvPr/>
        </p:nvSpPr>
        <p:spPr>
          <a:xfrm>
            <a:off x="457200" y="27889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1CD946-0237-11EC-2C5B-6202A7B8FAC2}"/>
              </a:ext>
            </a:extLst>
          </p:cNvPr>
          <p:cNvSpPr/>
          <p:nvPr/>
        </p:nvSpPr>
        <p:spPr>
          <a:xfrm>
            <a:off x="457200" y="39776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Coding Platform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72926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B980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Simran Kaur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Beginner, First Steps into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"Every problem starts with me googling what the question is even asking."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1st-year Computer Science student, just started coding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HackerRank, 30 Days of Code track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way to read and break down a problem before being expected to code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proof that a messy first attempt is a normal part of solving, not a sign she's behind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signal for when she's stuck on syntax versus stuck on the actual logic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"Beginner" problems drop straight into array/loop logic with no onboarding scaffolding in the UI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Editorials show only the final optimized code, with no visible "first draft" to learn from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in-editor signal for whether being stuck this long is normal progress or a red flag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new problem, stares at it for ten minutes before typing anything, googles unfamiliar terms mid-problem.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Intimidated by the blank editor; small relief the moment test case #1 passes.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"first attempt" mode that breaks a problem into a checklist of smaller steps.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AD94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Iyer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Switcher, Learning to Code from Scratch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don't want to just pass the test case. I want to understand why my first three attempts failed."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Ex-content marketer, now in a 6-month full-stack bootcamp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HackerRank, guided practice tracks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path she can trust to actually build understanding, not just unlock the next module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visible proof that finishing a track built a real skill, not just a completion badge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language that explains time complexity as a concept, not jargon to memorize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"Beginner" tracks drop unexplained jargon into the very first lesson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in-product signal for whether being stuck an hour is normal or a sign she's behind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and solve-counts surface by default, making her feel late before she's started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in 45-minute evening sessions; restarts a problem from scratch rather than peeking at the solution early.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self-doubt; small wins land disproportionately well.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nudge after 20+ minutes stuck, offering a hint before the full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F7C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Rao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Student, Placement Season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don't need clever solutions right now. I need to stop panicking when I see a new pattern."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Computer Engineering student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LeetCode, nightly company-tagged lists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reliable way to filter problems by the exact company and role she's targeting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Pattern-recognition support that shows why an approach works, not just that it does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timed practice mode that mirrors what an actual placement test will feel like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Company-tagged problem lists are stale or gated, with no way to verify freshness in the UI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threads bury the core intuition inside one-line optimizations and jargon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timer or test-simulation mode, so she has to fake the pressure herself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3 to 4 problems most nights after class; filters by company tag the week before a mock interview.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before timed rounds; relieved the moment a pattern finally clicks.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"why this approach" layer above the code, not just an annotated editorial.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Mehta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Programmer, Chasing Candidate Master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"Div 2 D used to feel impossible. Now it feels like homework I skip."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2nd-year CS undergraduate, Codeforces Specialist (1850)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Codeforces, rated rounds plus weekly virtual contests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queue calibrated just above his current rating, not just tagged by topic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reliable contest feedback so weak test cases don't cost him unfairly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way to see which topics keep costing him rating over time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Editorials assume familiarity with the trick being explained, with no on-ramp for the reader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test cases only surface after the fact, through hacks, not caught earlier in the UI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contest mode doesn't block tag-peeking, so it can't actually simulate a live round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weekly virtual contest, upsolves immediately after, tracks his rating curve in a spreadsheet.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when hacks or system tests decide the round; quietly proud solving above rating.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topic-tagged upsolving queue ordered by "just above your current rating."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7767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 Verma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Engineer, Prepping for Big Tech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already know how to code. I'm relearning how to talk while I code."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SDE-2 at a mid-size startup, interviewing nights and weekends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LeetCode, timed mocks and company-tagged questions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mock-interview flow built for verbalizing thought process, not a stopwatch bolted onto practice mode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high-signal problem list scoped to one company, not a 300-item wall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review and improve his own explanation, not just his code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"Interview prep" lists are long and unranked, with no sense of what actually matters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Mock-interview features feel layered onto a solo practice tool as an afterthought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 the UI into which companies have recently asked a given question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two timed mocks a week, solves problems tagged by his target company, records himself narrating his approach.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dread ahead of Sunday mocks; real satisfaction from a clean explanation.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high-frequency/low-volume list scoped to one target company and role.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5636-E1E4-4301-147E-12820BFC0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7CE2E9E-C20F-F68D-E3AF-288169440694}"/>
              </a:ext>
            </a:extLst>
          </p:cNvPr>
          <p:cNvSpPr/>
          <p:nvPr/>
        </p:nvSpPr>
        <p:spPr>
          <a:xfrm>
            <a:off x="457200" y="27889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</a:t>
            </a:r>
            <a:r>
              <a:rPr lang="en-US" sz="3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2D8C16-0AA2-69AD-49FC-38C3E9F0F29A}"/>
              </a:ext>
            </a:extLst>
          </p:cNvPr>
          <p:cNvSpPr/>
          <p:nvPr/>
        </p:nvSpPr>
        <p:spPr>
          <a:xfrm>
            <a:off x="457200" y="39776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Coding Platform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39921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Simran Kaur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Beginner, First Steps into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B98066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4846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New 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First Attempt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Into an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for Help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the Test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problem statement twice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up unfamiliar 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where to even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a rough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again with a different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error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recognize the terminology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it separately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new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her code to a stranger's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reverse-engineer the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Submits the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"Accepted"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to the next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Overwhelmed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Discouraged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the problem into a guided checklist instead of a wall of text.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a "starter skeleton" for common problem types.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error explanations, not just stack traces.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"stuck for 20+ minutes" hint prompt inside the editor.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 recap of the pattern she just learned, not just a checkmark.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Iyer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Switcher, Learning to Code from Scratch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AD9455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Evening 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 New 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Attempts the 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Stuck Past 20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Finishes the Track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her saved beginner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up where she left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a 45-minute timer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guided explanation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connect it to what she knows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Re-reads it a second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Restarts from a blank editor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a rough first draft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it manually in her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Wonders if she's "not cut out for this"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Considers stopping for the night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Pushes through one more 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the final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module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ready for the next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Cautiously curious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Self-doubt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Quietly proud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Auto-resume with a short recap of the last session.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concept through a plain, non-technical analogy.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Reassurance that struggling here is expected, not behind schedule.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calibrated hint tied to her exact mistake, not the full solution.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proof of the skill she just built, not just a completion badge.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Rao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Student, Placement Season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4F7C8C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by Company Tag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Attempts Under a Timer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Stuck Mid-Pattern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Editorial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the 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a target company from the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by recent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Skims problem titles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a 25-minute mental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constraints carefully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Sketches a brute-force approach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Recognizes it's "some kind of DP"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recall the exact 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discussion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Skims for the core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skip straight to the intuition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up reading the code anyway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the technique in her own 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 it for revision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to the next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Frustrated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defeated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Accomplished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which tags are stale or unverified.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built-in timer with a placement-test-style interface.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hint that nudges the pattern without revealing the full recurrence.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"intuition-first" editorial format, code shown only after.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spaced-repetition for patterns she's already logged.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Mehta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Programmer, Chasing Candidate Master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the Virtual Contest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Solves the First Two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a Wall on Problem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 Ends Unsolved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Upsolves Within 48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the timer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Skims all problems once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them by expected difficulty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Submits fast solutions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pretest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on immediately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three different approaches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Second-guesses the data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the 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final standings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his rating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editorial immediately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Re-attempts without the editorial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the missed 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it to his weak-topics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Sharp, 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Restless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time estimates per problem based on his own history.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pretest feedback during high-traffic contest windows.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way to flag "needs segment trees" and get matched practice later.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 available the instant the contest ends, not hours later.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Auto-tracking of which weak topics keep recurring across contests.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 Verma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Engineer, Prepping for Big Tech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77678C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 a Timed Mock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Talks Through the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Under Time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His Own Recording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the Mock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a target company 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45 minutes on a Sunday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on screen recording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the problem out 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Narrates his first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Second-guesses if he's being clear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the solution while narrating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a bug mid-explanation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Adjusts on the fly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himself explain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Notices where he rambled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what to tighten next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his own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his target-company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 the next mock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Mildly reluctant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Self-conscious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 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mock setup instead of manually assembling a set.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prompts for what to verbalize at each step.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calmer, distraction-free mock-interview mode.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flags for long pauses or unclear moments.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visible trend line of mock performance over time.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2316</Words>
  <Application>Microsoft Office PowerPoint</Application>
  <PresentationFormat>Widescreen</PresentationFormat>
  <Paragraphs>386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Archita Jha</cp:lastModifiedBy>
  <cp:revision>2</cp:revision>
  <dcterms:created xsi:type="dcterms:W3CDTF">2026-08-04T05:29:04Z</dcterms:created>
  <dcterms:modified xsi:type="dcterms:W3CDTF">2026-08-04T05:33:29Z</dcterms:modified>
</cp:coreProperties>
</file>